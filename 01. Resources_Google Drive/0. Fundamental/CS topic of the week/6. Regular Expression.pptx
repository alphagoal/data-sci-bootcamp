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  <p:embeddedFont>
      <p:font typeface="Maven Pro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regular.fntdata"/><Relationship Id="rId14" Type="http://schemas.openxmlformats.org/officeDocument/2006/relationships/font" Target="fonts/Nunito-boldItalic.fntdata"/><Relationship Id="rId16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a45b7a343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a45b7a343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7a45b7a343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7a45b7a343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7a45b7a343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7a45b7a343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a45b7a343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a45b7a343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regex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Expression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matching/extraction/validation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extraction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1175" y="1776050"/>
            <a:ext cx="4440900" cy="11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 am Harvey. My HKID number is AB123456(7).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My phone number is 91234888.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Here is my portfolio website: https://harvey.me/portfolio/#section1.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Please feel free to contact me if needed.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1175" y="3209125"/>
            <a:ext cx="4440900" cy="18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Hi I am interested in the position.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Please visit http://jason-portfolio.com?cv=1 to see my previous works.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Below is my information.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Name: Jason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Tel: +85299243321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Id card number: D922118(1)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Reference number : 203476912746</a:t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05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4756875" y="1833000"/>
            <a:ext cx="3976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We wish to extract the following information.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Name (difficult)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HKID Number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Phone Number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Website link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4010700" y="1990050"/>
            <a:ext cx="22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Check for each token if it contains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Consecutive numbers?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Starts with http?</a:t>
            </a:r>
            <a:endParaRPr/>
          </a:p>
        </p:txBody>
      </p:sp>
      <p:sp>
        <p:nvSpPr>
          <p:cNvPr id="292" name="Google Shape;292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 1</a:t>
            </a:r>
            <a:endParaRPr/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1303800" y="1990050"/>
            <a:ext cx="1941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Split the strings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am 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Harvey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My 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HKID 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is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AB123456(7)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05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 2 (To find HKID)</a:t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1303800" y="1990050"/>
            <a:ext cx="52896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the whole string character-by-character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One character followed by consecutive numbers, then bracket of one digit inside.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Nothing in front, and nothing behind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But …. How to implement this logic?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expression</a:t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standardized expression (instruction) to match text.  The logic is implemented in almost every programming languages.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 RegEx: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https://regexr.com/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 the help of the cheatsheet, extract information from the text in slide 1.</a:t>
            </a:r>
            <a:endParaRPr/>
          </a:p>
          <a:p>
            <a:pPr indent="-310832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Nunito"/>
              <a:buChar char="●"/>
            </a:pPr>
            <a:r>
              <a:rPr lang="en" sz="1400">
                <a:solidFill>
                  <a:srgbClr val="434343"/>
                </a:solidFill>
              </a:rPr>
              <a:t>HKID Number</a:t>
            </a:r>
            <a:endParaRPr sz="1400">
              <a:solidFill>
                <a:srgbClr val="434343"/>
              </a:solidFill>
            </a:endParaRPr>
          </a:p>
          <a:p>
            <a:pPr indent="-31083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Nunito"/>
              <a:buChar char="●"/>
            </a:pPr>
            <a:r>
              <a:rPr lang="en" sz="1400">
                <a:solidFill>
                  <a:srgbClr val="434343"/>
                </a:solidFill>
              </a:rPr>
              <a:t>Phone Number</a:t>
            </a:r>
            <a:endParaRPr sz="1400">
              <a:solidFill>
                <a:srgbClr val="434343"/>
              </a:solidFill>
            </a:endParaRPr>
          </a:p>
          <a:p>
            <a:pPr indent="-31083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Nunito"/>
              <a:buChar char="●"/>
            </a:pPr>
            <a:r>
              <a:rPr lang="en" sz="1400">
                <a:solidFill>
                  <a:srgbClr val="434343"/>
                </a:solidFill>
              </a:rPr>
              <a:t>Website link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