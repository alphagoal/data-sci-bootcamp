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  <p:embeddedFont>
      <p:font typeface="Maven Pro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MavenPro-bold.fntdata"/><Relationship Id="rId16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20d3c2ed0c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20d3c2ed0c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20d3c2ed0c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20d3c2ed0c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20d3c2ed0c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20d3c2ed0c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20d3c2ed0c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20d3c2ed0c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20d3c2ed0c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20d3c2ed0c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iki.python.org/moin/GlobalInterpreterLoc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Parallelism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Parallelism</a:t>
            </a:r>
            <a:endParaRPr/>
          </a:p>
        </p:txBody>
      </p:sp>
      <p:sp>
        <p:nvSpPr>
          <p:cNvPr id="283" name="Google Shape;283;p14"/>
          <p:cNvSpPr txBox="1"/>
          <p:nvPr>
            <p:ph idx="2" type="body"/>
          </p:nvPr>
        </p:nvSpPr>
        <p:spPr>
          <a:xfrm>
            <a:off x="1365700" y="1990050"/>
            <a:ext cx="69684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Allow the utilization of multi-core CPU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Bottle necks: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Context switching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Memory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Permanent storage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and threads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</a:t>
            </a:r>
            <a:endParaRPr/>
          </a:p>
        </p:txBody>
      </p:sp>
      <p:sp>
        <p:nvSpPr>
          <p:cNvPr id="294" name="Google Shape;294;p16"/>
          <p:cNvSpPr txBox="1"/>
          <p:nvPr>
            <p:ph idx="1" type="body"/>
          </p:nvPr>
        </p:nvSpPr>
        <p:spPr>
          <a:xfrm>
            <a:off x="1303800" y="1990050"/>
            <a:ext cx="24030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OS level ownership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Has its own allocated memory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Heavy weight: Large overhead to create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Takes longer time for context-switch</a:t>
            </a:r>
            <a:endParaRPr/>
          </a:p>
        </p:txBody>
      </p:sp>
      <p:pic>
        <p:nvPicPr>
          <p:cNvPr id="295" name="Google Shape;2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3878" y="769425"/>
            <a:ext cx="4801174" cy="411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Threads</a:t>
            </a:r>
            <a:endParaRPr/>
          </a:p>
        </p:txBody>
      </p:sp>
      <p:sp>
        <p:nvSpPr>
          <p:cNvPr id="301" name="Google Shape;301;p17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Multiple threads can be attached to one process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Shared </a:t>
            </a:r>
            <a:r>
              <a:rPr b="1" lang="en"/>
              <a:t>memory</a:t>
            </a:r>
            <a:r>
              <a:rPr lang="en"/>
              <a:t> between threads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Need to ensure thread-</a:t>
            </a:r>
            <a:r>
              <a:rPr lang="en"/>
              <a:t>safety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Easy to create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Takes shorter time for context-switch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Python’s GIL - Global Interpreter Lock</a:t>
            </a:r>
            <a:endParaRPr/>
          </a:p>
        </p:txBody>
      </p:sp>
      <p:sp>
        <p:nvSpPr>
          <p:cNvPr id="307" name="Google Shape;307;p18"/>
          <p:cNvSpPr txBox="1"/>
          <p:nvPr/>
        </p:nvSpPr>
        <p:spPr>
          <a:xfrm>
            <a:off x="1835675" y="3334425"/>
            <a:ext cx="5108100" cy="1262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Conclusion: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Multithreading is possible in Python, but only one thread is running at a time.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Solution: Use multiprocessing instead of multithreading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1303800" y="1990050"/>
            <a:ext cx="7030500" cy="11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https://wiki.python.org/moin/GlobalInterpreterLock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 CPython, the </a:t>
            </a:r>
            <a:r>
              <a:rPr b="1"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global interpreter lock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or </a:t>
            </a:r>
            <a:r>
              <a:rPr b="1"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GIL</a:t>
            </a:r>
            <a:r>
              <a:rPr lang="en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is a mutex that protects access to Python objects, preventing multiple threads from executing Python bytecodes at once. The GIL prevents race conditions and ensures thread safety.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