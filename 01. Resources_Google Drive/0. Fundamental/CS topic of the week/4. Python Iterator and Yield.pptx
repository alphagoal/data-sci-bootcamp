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  <p:embeddedFont>
      <p:font typeface="Maven Pro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regular.fntdata"/><Relationship Id="rId14" Type="http://schemas.openxmlformats.org/officeDocument/2006/relationships/font" Target="fonts/Nunito-boldItalic.fntdata"/><Relationship Id="rId16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2253a537e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2253a537e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2253a537ea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2253a537ea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253a537ea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2253a537ea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2253a537e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2253a537e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Iterator and Yield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Iterator and Yield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/>
        </p:nvSpPr>
        <p:spPr>
          <a:xfrm>
            <a:off x="1848550" y="2057025"/>
            <a:ext cx="5531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Consolas"/>
                <a:ea typeface="Consolas"/>
                <a:cs typeface="Consolas"/>
                <a:sym typeface="Consolas"/>
              </a:rPr>
              <a:t>for i in range(5):</a:t>
            </a:r>
            <a:endParaRPr sz="4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Consolas"/>
                <a:ea typeface="Consolas"/>
                <a:cs typeface="Consolas"/>
                <a:sym typeface="Consolas"/>
              </a:rPr>
              <a:t>    print(i)</a:t>
            </a:r>
            <a:endParaRPr sz="4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4750150" y="1333350"/>
            <a:ext cx="256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What actually happened?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Iterator</a:t>
            </a:r>
            <a:endParaRPr/>
          </a:p>
        </p:txBody>
      </p:sp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456450" y="1403375"/>
            <a:ext cx="8828700" cy="31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import random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class MySuddenDeathIterator: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def __iter__(self):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self.survived_time = 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self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def __next__(self):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	 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self.survived_time += 1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	 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if random.random() &lt; 0.1: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raise StopIteration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f"Survived {self.survived_time} days. Still alive at the moment."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4726800" y="1271100"/>
            <a:ext cx="37350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x in MySuddenDeathIterator():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print(x)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an iterator with def and y</a:t>
            </a:r>
            <a:r>
              <a:rPr lang="en"/>
              <a:t>ield</a:t>
            </a:r>
            <a:endParaRPr/>
          </a:p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719400" y="1990050"/>
            <a:ext cx="7614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SDI2():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survived_time = 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while True: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survived_time += 1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	 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if random.random() &lt; 0.1: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return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yield f"Survived {survived_time} days. Still alive at the moment."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4750150" y="1333350"/>
            <a:ext cx="256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Much shorter!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